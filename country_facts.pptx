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499" y="742950"/>
            <a:ext cx="914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>
                <a:solidFill>
                  <a:srgbClr val="EE7B1E"/>
                </a:solidFill>
                <a:latin typeface="Arial"/>
              </a:rPr>
              <a:t>Fun Facts: Singapore!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1809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952624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Singapore is a tiny country that is also one big city!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2952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3095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Its national symbol is the Merlion - half lion, half fish!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095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4238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People there speak English, Malay, Chinese and Tamil.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238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5381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It's famous for yummy street food called hawker food!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499" y="742950"/>
            <a:ext cx="914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>
                <a:solidFill>
                  <a:srgbClr val="EE7B1E"/>
                </a:solidFill>
                <a:latin typeface="Arial"/>
              </a:rPr>
              <a:t>Fun Facts: China!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1809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952624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China is one of the oldest countries in the world!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2952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3095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The Great Wall of China is thousands of years old!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095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4238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Giant pandas live wild in China's forests.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238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5381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Chinese New Year is one of the biggest festivals on Earth!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499" y="742950"/>
            <a:ext cx="914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>
                <a:solidFill>
                  <a:srgbClr val="EE7B1E"/>
                </a:solidFill>
                <a:latin typeface="Arial"/>
              </a:rPr>
              <a:t>Fun Facts: Japan!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1809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952624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Japan is made up of thousands of islands!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2952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3095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Mount Fuji is Japan's tallest and most famous mountain.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095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4238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Bullet trains in Japan can zoom over 300 km/h!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238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5381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Sushi and ramen both come from Japan.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257300" cy="88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499" y="742950"/>
            <a:ext cx="914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>
                <a:solidFill>
                  <a:srgbClr val="EE7B1E"/>
                </a:solidFill>
                <a:latin typeface="Arial"/>
              </a:rPr>
              <a:t>Fun Facts: USA!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1809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952624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The USA has 50 states from coast to coast!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2952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3095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The Statue of Liberty welcomes ships into New York.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" y="4095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4238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Baseball and American football are super popular there.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5238750"/>
            <a:ext cx="104775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5381625"/>
            <a:ext cx="9715500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02E"/>
                </a:solidFill>
                <a:latin typeface="Arial"/>
              </a:rPr>
              <a:t>The Grand Canyon is one of the biggest canyons on Earth!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