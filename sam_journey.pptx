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28.png"/><Relationship Id="rId4" Type="http://schemas.openxmlformats.org/officeDocument/2006/relationships/image" Target="../media/image46.png"/><Relationship Id="rId5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29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5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2.png"/><Relationship Id="rId4" Type="http://schemas.openxmlformats.org/officeDocument/2006/relationships/image" Target="../media/image50.png"/><Relationship Id="rId5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Our big, beautiful world!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There are 7 continents. Let's explore them all!</a:t>
            </a:r>
          </a:p>
        </p:txBody>
      </p:sp>
      <p:pic>
        <p:nvPicPr>
          <p:cNvPr id="5" name="Picture 4" descr="cmap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The biggest continent - home to Vietnam!</a:t>
            </a:r>
          </a:p>
        </p:txBody>
      </p:sp>
      <p:pic>
        <p:nvPicPr>
          <p:cNvPr id="5" name="Picture 4" descr="cmap_A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Castles, football and the Eiffel Tower!</a:t>
            </a:r>
          </a:p>
        </p:txBody>
      </p:sp>
      <p:pic>
        <p:nvPicPr>
          <p:cNvPr id="5" name="Picture 4" descr="cmap_Eur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Lions, elephants and giant deserts!</a:t>
            </a:r>
          </a:p>
        </p:txBody>
      </p:sp>
      <p:pic>
        <p:nvPicPr>
          <p:cNvPr id="5" name="Picture 4" descr="cmap_Af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North America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Home to the USA and Canada!</a:t>
            </a:r>
          </a:p>
        </p:txBody>
      </p:sp>
      <p:pic>
        <p:nvPicPr>
          <p:cNvPr id="5" name="Picture 4" descr="cmap_NorthAme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South America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Rainforests and the mighty Amazon river!</a:t>
            </a:r>
          </a:p>
        </p:txBody>
      </p:sp>
      <p:pic>
        <p:nvPicPr>
          <p:cNvPr id="5" name="Picture 4" descr="cmap_SouthAme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Oceania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Australia, kangaroos and sunny beaches!</a:t>
            </a:r>
          </a:p>
        </p:txBody>
      </p:sp>
      <p:pic>
        <p:nvPicPr>
          <p:cNvPr id="5" name="Picture 4" descr="cmap_Ocea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6675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Antarctica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9065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379A63"/>
                </a:solidFill>
                <a:latin typeface="Arial"/>
              </a:rPr>
              <a:t>The coldest, iciest continent! Brrr!</a:t>
            </a:r>
          </a:p>
        </p:txBody>
      </p:sp>
      <p:pic>
        <p:nvPicPr>
          <p:cNvPr id="5" name="Picture 4" descr="1f4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857500"/>
            <a:ext cx="1047749" cy="1047749"/>
          </a:xfrm>
          <a:prstGeom prst="rect">
            <a:avLst/>
          </a:prstGeom>
        </p:spPr>
      </p:pic>
      <p:pic>
        <p:nvPicPr>
          <p:cNvPr id="6" name="Picture 5" descr="2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2857500"/>
            <a:ext cx="1047749" cy="1047749"/>
          </a:xfrm>
          <a:prstGeom prst="rect">
            <a:avLst/>
          </a:prstGeom>
        </p:spPr>
      </p:pic>
      <p:pic>
        <p:nvPicPr>
          <p:cNvPr id="7" name="Picture 6" descr="1f9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7500"/>
            <a:ext cx="1047749" cy="1047749"/>
          </a:xfrm>
          <a:prstGeom prst="rect">
            <a:avLst/>
          </a:prstGeom>
        </p:spPr>
      </p:pic>
      <p:pic>
        <p:nvPicPr>
          <p:cNvPr id="8" name="Picture 7" descr="1f4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49" y="2857500"/>
            <a:ext cx="1047749" cy="1047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379A63"/>
                </a:solidFill>
                <a:latin typeface="Arial"/>
              </a:rPr>
              <a:t>No countries here - just penguins and scientists!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Which continent do WE live 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Point to the map... ready?</a:t>
            </a:r>
          </a:p>
        </p:txBody>
      </p:sp>
      <p:pic>
        <p:nvPicPr>
          <p:cNvPr id="5" name="Picture 4" descr="cmap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429000"/>
            <a:ext cx="1219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0" b="1">
                <a:solidFill>
                  <a:srgbClr val="EE7B1E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91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We live in Asia!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The biggest continent of them all.</a:t>
            </a:r>
          </a:p>
        </p:txBody>
      </p:sp>
      <p:pic>
        <p:nvPicPr>
          <p:cNvPr id="5" name="Picture 4" descr="cmap_A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8300"/>
            <a:ext cx="11049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n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1999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352990" y="285750"/>
            <a:ext cx="5486019" cy="52006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Zooming in: can you find Vietnam?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m_vietn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770310" y="323850"/>
            <a:ext cx="2651379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Follow Sam's journey!</a:t>
            </a:r>
          </a:p>
        </p:txBody>
      </p:sp>
      <p:pic>
        <p:nvPicPr>
          <p:cNvPr id="5" name="Picture 4" descr="chip_v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476750"/>
            <a:ext cx="5715000" cy="1809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462915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F6DA3"/>
                </a:solidFill>
                <a:latin typeface="Arial"/>
              </a:rPr>
              <a:t>This is Sam.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295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from </a:t>
            </a:r>
            <a:r>
              <a:rPr sz="2325" b="1">
                <a:solidFill>
                  <a:srgbClr val="EE7B1E"/>
                </a:solidFill>
                <a:latin typeface="Arial"/>
              </a:rPr>
              <a:t>Vietnam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531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</a:t>
            </a:r>
            <a:r>
              <a:rPr sz="2325" b="1">
                <a:solidFill>
                  <a:srgbClr val="EE7B1E"/>
                </a:solidFill>
                <a:latin typeface="Arial"/>
              </a:rPr>
              <a:t>Vietnamese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095750"/>
            <a:ext cx="1809750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m_singap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82908" y="323850"/>
            <a:ext cx="2226183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Meet Sam's friend</a:t>
            </a:r>
          </a:p>
        </p:txBody>
      </p:sp>
      <p:pic>
        <p:nvPicPr>
          <p:cNvPr id="5" name="Picture 4" descr="chip_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476750"/>
            <a:ext cx="5715000" cy="1809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462915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F6DA3"/>
                </a:solidFill>
                <a:latin typeface="Arial"/>
              </a:rPr>
              <a:t>This is Lily.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295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She is from </a:t>
            </a:r>
            <a:r>
              <a:rPr sz="2325" b="1">
                <a:solidFill>
                  <a:srgbClr val="EE7B1E"/>
                </a:solidFill>
                <a:latin typeface="Arial"/>
              </a:rPr>
              <a:t>Singapore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531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She is </a:t>
            </a:r>
            <a:r>
              <a:rPr sz="2325" b="1">
                <a:solidFill>
                  <a:srgbClr val="EE7B1E"/>
                </a:solidFill>
                <a:latin typeface="Arial"/>
              </a:rPr>
              <a:t>Singaporean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2381250"/>
            <a:ext cx="2667000" cy="571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0" y="2381250"/>
            <a:ext cx="2667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2F6DA3"/>
                </a:solidFill>
                <a:latin typeface="Arial"/>
              </a:rPr>
              <a:t>My first friend!</a:t>
            </a:r>
          </a:p>
        </p:txBody>
      </p:sp>
      <p:pic>
        <p:nvPicPr>
          <p:cNvPr id="12" name="Picture 11" descr="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095750"/>
            <a:ext cx="1809750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m_chi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9023"/>
            <a:ext cx="12191695" cy="80960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82908" y="323850"/>
            <a:ext cx="2226183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Meet Sam's friend</a:t>
            </a:r>
          </a:p>
        </p:txBody>
      </p:sp>
      <p:pic>
        <p:nvPicPr>
          <p:cNvPr id="5" name="Picture 4" descr="chip_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476750"/>
            <a:ext cx="5715000" cy="1809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462915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F6DA3"/>
                </a:solidFill>
                <a:latin typeface="Arial"/>
              </a:rPr>
              <a:t>This is Mei.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295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She is from </a:t>
            </a:r>
            <a:r>
              <a:rPr sz="2325" b="1">
                <a:solidFill>
                  <a:srgbClr val="EE7B1E"/>
                </a:solidFill>
                <a:latin typeface="Arial"/>
              </a:rPr>
              <a:t>China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531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She is </a:t>
            </a:r>
            <a:r>
              <a:rPr sz="2325" b="1">
                <a:solidFill>
                  <a:srgbClr val="EE7B1E"/>
                </a:solidFill>
                <a:latin typeface="Arial"/>
              </a:rPr>
              <a:t>Chinese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095750"/>
            <a:ext cx="1809750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m_ita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1268"/>
            <a:ext cx="12191695" cy="85405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82908" y="323850"/>
            <a:ext cx="2226183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Meet Sam's friend</a:t>
            </a:r>
          </a:p>
        </p:txBody>
      </p:sp>
      <p:pic>
        <p:nvPicPr>
          <p:cNvPr id="5" name="Picture 4" descr="chip_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476750"/>
            <a:ext cx="5715000" cy="1809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462915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F6DA3"/>
                </a:solidFill>
                <a:latin typeface="Arial"/>
              </a:rPr>
              <a:t>This is Marco.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295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from </a:t>
            </a:r>
            <a:r>
              <a:rPr sz="2325" b="1">
                <a:solidFill>
                  <a:srgbClr val="EE7B1E"/>
                </a:solidFill>
                <a:latin typeface="Arial"/>
              </a:rPr>
              <a:t>Italy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531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</a:t>
            </a:r>
            <a:r>
              <a:rPr sz="2325" b="1">
                <a:solidFill>
                  <a:srgbClr val="EE7B1E"/>
                </a:solidFill>
                <a:latin typeface="Arial"/>
              </a:rPr>
              <a:t>Italian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095750"/>
            <a:ext cx="1809750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m_us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2885"/>
            <a:ext cx="12191695" cy="91437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82908" y="323850"/>
            <a:ext cx="2226183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Meet Sam's friend</a:t>
            </a:r>
          </a:p>
        </p:txBody>
      </p:sp>
      <p:pic>
        <p:nvPicPr>
          <p:cNvPr id="5" name="Picture 4" descr="chip_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4476750"/>
            <a:ext cx="5715000" cy="1809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462915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F6DA3"/>
                </a:solidFill>
                <a:latin typeface="Arial"/>
              </a:rPr>
              <a:t>This is Alex.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295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from </a:t>
            </a:r>
            <a:r>
              <a:rPr sz="2325" b="1">
                <a:solidFill>
                  <a:srgbClr val="EE7B1E"/>
                </a:solidFill>
                <a:latin typeface="Arial"/>
              </a:rPr>
              <a:t>USA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531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>
                <a:solidFill>
                  <a:srgbClr val="33302E"/>
                </a:solidFill>
                <a:latin typeface="Arial"/>
              </a:rPr>
              <a:t>He is </a:t>
            </a:r>
            <a:r>
              <a:rPr sz="2325" b="1">
                <a:solidFill>
                  <a:srgbClr val="EE7B1E"/>
                </a:solidFill>
                <a:latin typeface="Arial"/>
              </a:rPr>
              <a:t>American</a:t>
            </a:r>
            <a:r>
              <a:rPr sz="2325" b="1">
                <a:solidFill>
                  <a:srgbClr val="33302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4095750"/>
            <a:ext cx="1809750" cy="2296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28750"/>
            <a:ext cx="1219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350" b="1">
                <a:solidFill>
                  <a:srgbClr val="EE7B1E"/>
                </a:solidFill>
                <a:latin typeface="Arial"/>
              </a:rPr>
              <a:t>Yummy food around the world!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8125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5B6472"/>
                </a:solidFill>
                <a:latin typeface="Arial"/>
              </a:rPr>
              <a:t>Let's sort food into groups.</a:t>
            </a:r>
          </a:p>
        </p:txBody>
      </p:sp>
      <p:pic>
        <p:nvPicPr>
          <p:cNvPr id="5" name="Picture 4" descr="1f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3429000"/>
            <a:ext cx="800100" cy="800100"/>
          </a:xfrm>
          <a:prstGeom prst="rect">
            <a:avLst/>
          </a:prstGeom>
        </p:spPr>
      </p:pic>
      <p:pic>
        <p:nvPicPr>
          <p:cNvPr id="6" name="Picture 5" descr="1f9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429000"/>
            <a:ext cx="800100" cy="800100"/>
          </a:xfrm>
          <a:prstGeom prst="rect">
            <a:avLst/>
          </a:prstGeom>
        </p:spPr>
      </p:pic>
      <p:pic>
        <p:nvPicPr>
          <p:cNvPr id="7" name="Picture 6" descr="1f9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3429000"/>
            <a:ext cx="800100" cy="800100"/>
          </a:xfrm>
          <a:prstGeom prst="rect">
            <a:avLst/>
          </a:prstGeom>
        </p:spPr>
      </p:pic>
      <p:pic>
        <p:nvPicPr>
          <p:cNvPr id="8" name="Picture 7" descr="1f3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429000"/>
            <a:ext cx="800100" cy="800100"/>
          </a:xfrm>
          <a:prstGeom prst="rect">
            <a:avLst/>
          </a:prstGeom>
        </p:spPr>
      </p:pic>
      <p:pic>
        <p:nvPicPr>
          <p:cNvPr id="9" name="Picture 8" descr="1f3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3429000"/>
            <a:ext cx="800100" cy="800100"/>
          </a:xfrm>
          <a:prstGeom prst="rect">
            <a:avLst/>
          </a:prstGeom>
        </p:spPr>
      </p:pic>
      <p:pic>
        <p:nvPicPr>
          <p:cNvPr id="10" name="Picture 9" descr="1f9c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3429000"/>
            <a:ext cx="800100" cy="800100"/>
          </a:xfrm>
          <a:prstGeom prst="rect">
            <a:avLst/>
          </a:prstGeom>
        </p:spPr>
      </p:pic>
      <p:pic>
        <p:nvPicPr>
          <p:cNvPr id="11" name="Picture 10" descr="1f9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3429000"/>
            <a:ext cx="8001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Fruits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(trái cây)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Apple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3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Banana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Orange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3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Watermelon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Vegetables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(rau củ)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Carrot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9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Broccoli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3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Tomato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Corn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Dairy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(bơ sữa)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9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Milk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9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Cheese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9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3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Ice cream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Meat &amp; protein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(thịt)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Chicken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9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Beef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9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Egg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9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Bacon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Grains &amp; carbs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(tinh bột)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3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3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Noodles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3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Bread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9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Potato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Drinks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(đồ uống)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4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9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Juice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3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Tea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9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Milk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7150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50" b="1">
                <a:solidFill>
                  <a:srgbClr val="EE7B1E"/>
                </a:solidFill>
                <a:latin typeface="Arial"/>
              </a:rPr>
              <a:t>Seafood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B6472"/>
                </a:solidFill>
                <a:latin typeface="Arial"/>
              </a:rPr>
              <a:t>(hải sản)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f4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64795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Fish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f9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64795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9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Prawn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f9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4795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Crab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500" y="2381250"/>
            <a:ext cx="2286000" cy="224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f9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264795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3848099"/>
            <a:ext cx="2286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2F6DA3"/>
                </a:solidFill>
                <a:latin typeface="Arial"/>
              </a:rPr>
              <a:t>Squid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1965" y="323850"/>
            <a:ext cx="3608070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Sam's friends share their food</a:t>
            </a:r>
          </a:p>
        </p:txBody>
      </p:sp>
      <p:pic>
        <p:nvPicPr>
          <p:cNvPr id="4" name="Picture 3" descr="chip_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3400"/>
            <a:ext cx="1257300" cy="889781"/>
          </a:xfrm>
          <a:prstGeom prst="rect">
            <a:avLst/>
          </a:prstGeom>
        </p:spPr>
      </p:pic>
      <p:pic>
        <p:nvPicPr>
          <p:cNvPr id="5" name="Picture 4" descr="1f3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809750"/>
            <a:ext cx="952500" cy="952500"/>
          </a:xfrm>
          <a:prstGeom prst="rect">
            <a:avLst/>
          </a:prstGeom>
        </p:spPr>
      </p:pic>
      <p:pic>
        <p:nvPicPr>
          <p:cNvPr id="6" name="Picture 5" descr="1f3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09750"/>
            <a:ext cx="952500" cy="952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57500" y="4476750"/>
            <a:ext cx="6477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4686300"/>
            <a:ext cx="6477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F6DA3"/>
                </a:solidFill>
                <a:latin typeface="Arial"/>
              </a:rPr>
              <a:t>Lily from </a:t>
            </a:r>
            <a:r>
              <a:rPr sz="3000" b="1">
                <a:solidFill>
                  <a:srgbClr val="EE7B1E"/>
                </a:solidFill>
                <a:latin typeface="Arial"/>
              </a:rPr>
              <a:t>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5295900"/>
            <a:ext cx="647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33302E"/>
                </a:solidFill>
                <a:latin typeface="Arial"/>
              </a:rPr>
              <a:t>"Try our </a:t>
            </a:r>
            <a:r>
              <a:rPr sz="2250" b="1">
                <a:solidFill>
                  <a:srgbClr val="EE7B1E"/>
                </a:solidFill>
                <a:latin typeface="Arial"/>
              </a:rPr>
              <a:t>chicken rice &amp; laksa</a:t>
            </a:r>
            <a:r>
              <a:rPr sz="2250" b="1">
                <a:solidFill>
                  <a:srgbClr val="33302E"/>
                </a:solidFill>
                <a:latin typeface="Arial"/>
              </a:rPr>
              <a:t>!"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5" y="4476750"/>
            <a:ext cx="1666875" cy="21156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1965" y="323850"/>
            <a:ext cx="3608070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Sam's friends share their food</a:t>
            </a:r>
          </a:p>
        </p:txBody>
      </p:sp>
      <p:pic>
        <p:nvPicPr>
          <p:cNvPr id="4" name="Picture 3" descr="chip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3400"/>
            <a:ext cx="1257300" cy="889781"/>
          </a:xfrm>
          <a:prstGeom prst="rect">
            <a:avLst/>
          </a:prstGeom>
        </p:spPr>
      </p:pic>
      <p:pic>
        <p:nvPicPr>
          <p:cNvPr id="5" name="Picture 4" descr="1f3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809750"/>
            <a:ext cx="952500" cy="952500"/>
          </a:xfrm>
          <a:prstGeom prst="rect">
            <a:avLst/>
          </a:prstGeom>
        </p:spPr>
      </p:pic>
      <p:pic>
        <p:nvPicPr>
          <p:cNvPr id="6" name="Picture 5" descr="1f9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09750"/>
            <a:ext cx="952500" cy="952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57500" y="4476750"/>
            <a:ext cx="6477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4686300"/>
            <a:ext cx="6477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F6DA3"/>
                </a:solidFill>
                <a:latin typeface="Arial"/>
              </a:rPr>
              <a:t>Mei from </a:t>
            </a:r>
            <a:r>
              <a:rPr sz="3000" b="1">
                <a:solidFill>
                  <a:srgbClr val="EE7B1E"/>
                </a:solidFill>
                <a:latin typeface="Arial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5295900"/>
            <a:ext cx="647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33302E"/>
                </a:solidFill>
                <a:latin typeface="Arial"/>
              </a:rPr>
              <a:t>"Try our </a:t>
            </a:r>
            <a:r>
              <a:rPr sz="2250" b="1">
                <a:solidFill>
                  <a:srgbClr val="EE7B1E"/>
                </a:solidFill>
                <a:latin typeface="Arial"/>
              </a:rPr>
              <a:t>glass noodles &amp; dumplings</a:t>
            </a:r>
            <a:r>
              <a:rPr sz="2250" b="1">
                <a:solidFill>
                  <a:srgbClr val="33302E"/>
                </a:solidFill>
                <a:latin typeface="Arial"/>
              </a:rPr>
              <a:t>!"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5" y="4476750"/>
            <a:ext cx="1666875" cy="21156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1965" y="323850"/>
            <a:ext cx="3608070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Sam's friends share their food</a:t>
            </a:r>
          </a:p>
        </p:txBody>
      </p:sp>
      <p:pic>
        <p:nvPicPr>
          <p:cNvPr id="4" name="Picture 3" descr="chip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3400"/>
            <a:ext cx="1257300" cy="889781"/>
          </a:xfrm>
          <a:prstGeom prst="rect">
            <a:avLst/>
          </a:prstGeom>
        </p:spPr>
      </p:pic>
      <p:pic>
        <p:nvPicPr>
          <p:cNvPr id="5" name="Picture 4" descr="1f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809750"/>
            <a:ext cx="952500" cy="952500"/>
          </a:xfrm>
          <a:prstGeom prst="rect">
            <a:avLst/>
          </a:prstGeom>
        </p:spPr>
      </p:pic>
      <p:pic>
        <p:nvPicPr>
          <p:cNvPr id="6" name="Picture 5" descr="1f3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09750"/>
            <a:ext cx="952500" cy="952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57500" y="4476750"/>
            <a:ext cx="6477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4686300"/>
            <a:ext cx="6477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F6DA3"/>
                </a:solidFill>
                <a:latin typeface="Arial"/>
              </a:rPr>
              <a:t>Marco from </a:t>
            </a:r>
            <a:r>
              <a:rPr sz="3000" b="1">
                <a:solidFill>
                  <a:srgbClr val="EE7B1E"/>
                </a:solidFill>
                <a:latin typeface="Arial"/>
              </a:rPr>
              <a:t>Italy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5295900"/>
            <a:ext cx="647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33302E"/>
                </a:solidFill>
                <a:latin typeface="Arial"/>
              </a:rPr>
              <a:t>"Try our </a:t>
            </a:r>
            <a:r>
              <a:rPr sz="2250" b="1">
                <a:solidFill>
                  <a:srgbClr val="EE7B1E"/>
                </a:solidFill>
                <a:latin typeface="Arial"/>
              </a:rPr>
              <a:t>pizza &amp; pasta</a:t>
            </a:r>
            <a:r>
              <a:rPr sz="2250" b="1">
                <a:solidFill>
                  <a:srgbClr val="33302E"/>
                </a:solidFill>
                <a:latin typeface="Arial"/>
              </a:rPr>
              <a:t>!"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5" y="4476750"/>
            <a:ext cx="1666875" cy="21156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1965" y="323850"/>
            <a:ext cx="3608070" cy="360045"/>
          </a:xfrm>
          <a:prstGeom prst="roundRect">
            <a:avLst>
              <a:gd name="adj" fmla="val 50000"/>
            </a:avLst>
          </a:prstGeom>
          <a:solidFill>
            <a:srgbClr val="EE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Sam's friends share their food</a:t>
            </a:r>
          </a:p>
        </p:txBody>
      </p:sp>
      <p:pic>
        <p:nvPicPr>
          <p:cNvPr id="4" name="Picture 3" descr="chip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3400"/>
            <a:ext cx="1257300" cy="889781"/>
          </a:xfrm>
          <a:prstGeom prst="rect">
            <a:avLst/>
          </a:prstGeom>
        </p:spPr>
      </p:pic>
      <p:pic>
        <p:nvPicPr>
          <p:cNvPr id="5" name="Picture 4" descr="1f3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809750"/>
            <a:ext cx="952500" cy="952500"/>
          </a:xfrm>
          <a:prstGeom prst="rect">
            <a:avLst/>
          </a:prstGeom>
        </p:spPr>
      </p:pic>
      <p:pic>
        <p:nvPicPr>
          <p:cNvPr id="6" name="Picture 5" descr="1f3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809750"/>
            <a:ext cx="952500" cy="952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57500" y="4476750"/>
            <a:ext cx="6477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4686300"/>
            <a:ext cx="6477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F6DA3"/>
                </a:solidFill>
                <a:latin typeface="Arial"/>
              </a:rPr>
              <a:t>Alex from </a:t>
            </a:r>
            <a:r>
              <a:rPr sz="3000" b="1">
                <a:solidFill>
                  <a:srgbClr val="EE7B1E"/>
                </a:solidFill>
                <a:latin typeface="Arial"/>
              </a:rPr>
              <a:t>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5295900"/>
            <a:ext cx="647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1">
                <a:solidFill>
                  <a:srgbClr val="33302E"/>
                </a:solidFill>
                <a:latin typeface="Arial"/>
              </a:rPr>
              <a:t>"Try our </a:t>
            </a:r>
            <a:r>
              <a:rPr sz="2250" b="1">
                <a:solidFill>
                  <a:srgbClr val="EE7B1E"/>
                </a:solidFill>
                <a:latin typeface="Arial"/>
              </a:rPr>
              <a:t>burgers &amp; fries</a:t>
            </a:r>
            <a:r>
              <a:rPr sz="2250" b="1">
                <a:solidFill>
                  <a:srgbClr val="33302E"/>
                </a:solidFill>
                <a:latin typeface="Arial"/>
              </a:rPr>
              <a:t>!"</a:t>
            </a:r>
          </a:p>
        </p:txBody>
      </p:sp>
      <p:pic>
        <p:nvPicPr>
          <p:cNvPr id="10" name="Picture 9" descr="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5" y="4476750"/>
            <a:ext cx="1666875" cy="21156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