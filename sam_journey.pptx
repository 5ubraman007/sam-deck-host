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Relationship Id="rId4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png"/><Relationship Id="rId4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28.png"/><Relationship Id="rId4" Type="http://schemas.openxmlformats.org/officeDocument/2006/relationships/image" Target="../media/image46.png"/><Relationship Id="rId5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29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7.png"/><Relationship Id="rId4" Type="http://schemas.openxmlformats.org/officeDocument/2006/relationships/image" Target="../media/image42.png"/><Relationship Id="rId5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42.png"/><Relationship Id="rId4" Type="http://schemas.openxmlformats.org/officeDocument/2006/relationships/image" Target="../media/image50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91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Our big, beautiful world!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There are 7 continents. Let's explore them all!</a:t>
            </a:r>
          </a:p>
        </p:txBody>
      </p:sp>
      <p:pic>
        <p:nvPicPr>
          <p:cNvPr id="5" name="Picture 4" descr="cmap_NEU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38300"/>
            <a:ext cx="11049000" cy="563499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91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Asia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The biggest continent - home to Vietnam!</a:t>
            </a:r>
          </a:p>
        </p:txBody>
      </p:sp>
      <p:pic>
        <p:nvPicPr>
          <p:cNvPr id="5" name="Picture 4" descr="cmap_A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38300"/>
            <a:ext cx="11049000" cy="5634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91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Europe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Castles, football and the Eiffel Tower!</a:t>
            </a:r>
          </a:p>
        </p:txBody>
      </p:sp>
      <p:pic>
        <p:nvPicPr>
          <p:cNvPr id="5" name="Picture 4" descr="cmap_Eur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38300"/>
            <a:ext cx="11049000" cy="56349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91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Africa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Lions, elephants and giant deserts!</a:t>
            </a:r>
          </a:p>
        </p:txBody>
      </p:sp>
      <p:pic>
        <p:nvPicPr>
          <p:cNvPr id="5" name="Picture 4" descr="cmap_Af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38300"/>
            <a:ext cx="11049000" cy="56349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91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North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Home to the USA and Canada!</a:t>
            </a:r>
          </a:p>
        </p:txBody>
      </p:sp>
      <p:pic>
        <p:nvPicPr>
          <p:cNvPr id="5" name="Picture 4" descr="cmap_NorthAme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38300"/>
            <a:ext cx="11049000" cy="56349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91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South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Rainforests and the mighty Amazon river!</a:t>
            </a:r>
          </a:p>
        </p:txBody>
      </p:sp>
      <p:pic>
        <p:nvPicPr>
          <p:cNvPr id="5" name="Picture 4" descr="cmap_SouthAme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38300"/>
            <a:ext cx="11049000" cy="56349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91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Oceania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Australia, kangaroos and sunny beaches!</a:t>
            </a:r>
          </a:p>
        </p:txBody>
      </p:sp>
      <p:pic>
        <p:nvPicPr>
          <p:cNvPr id="5" name="Picture 4" descr="cmap_Ocean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38300"/>
            <a:ext cx="11049000" cy="56349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6675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Antarctica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9065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379A63"/>
                </a:solidFill>
                <a:latin typeface="Arial"/>
              </a:rPr>
              <a:t>The coldest, iciest continent! Brrr!</a:t>
            </a:r>
          </a:p>
        </p:txBody>
      </p:sp>
      <p:pic>
        <p:nvPicPr>
          <p:cNvPr id="5" name="Picture 4" descr="1f4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2857500"/>
            <a:ext cx="1047749" cy="1047749"/>
          </a:xfrm>
          <a:prstGeom prst="rect">
            <a:avLst/>
          </a:prstGeom>
        </p:spPr>
      </p:pic>
      <p:pic>
        <p:nvPicPr>
          <p:cNvPr id="6" name="Picture 5" descr="27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0" y="2857500"/>
            <a:ext cx="1047749" cy="1047749"/>
          </a:xfrm>
          <a:prstGeom prst="rect">
            <a:avLst/>
          </a:prstGeom>
        </p:spPr>
      </p:pic>
      <p:pic>
        <p:nvPicPr>
          <p:cNvPr id="7" name="Picture 6" descr="1f9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857500"/>
            <a:ext cx="1047749" cy="1047749"/>
          </a:xfrm>
          <a:prstGeom prst="rect">
            <a:avLst/>
          </a:prstGeom>
        </p:spPr>
      </p:pic>
      <p:pic>
        <p:nvPicPr>
          <p:cNvPr id="8" name="Picture 7" descr="1f4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4749" y="2857500"/>
            <a:ext cx="1047749" cy="10477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57150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379A63"/>
                </a:solidFill>
                <a:latin typeface="Arial"/>
              </a:rPr>
              <a:t>No countries here - just penguins and scientists!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91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Which continent do WE live 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Point to the map... ready?</a:t>
            </a:r>
          </a:p>
        </p:txBody>
      </p:sp>
      <p:pic>
        <p:nvPicPr>
          <p:cNvPr id="5" name="Picture 4" descr="cmap_NEU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38300"/>
            <a:ext cx="11049000" cy="5634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429000"/>
            <a:ext cx="121920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0" b="1">
                <a:solidFill>
                  <a:srgbClr val="EE7B1E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191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We live in Asia!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The biggest continent of them all.</a:t>
            </a:r>
          </a:p>
        </p:txBody>
      </p:sp>
      <p:pic>
        <p:nvPicPr>
          <p:cNvPr id="5" name="Picture 4" descr="cmap_A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38300"/>
            <a:ext cx="11049000" cy="56349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n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" y="0"/>
            <a:ext cx="12191999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669030" y="323850"/>
            <a:ext cx="4853939" cy="600075"/>
          </a:xfrm>
          <a:prstGeom prst="roundRect">
            <a:avLst>
              <a:gd name="adj" fmla="val 50000"/>
            </a:avLst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Can you find Vietnam?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m_vietn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34898"/>
            <a:ext cx="12191695" cy="812779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33138" y="323850"/>
            <a:ext cx="3125723" cy="360045"/>
          </a:xfrm>
          <a:prstGeom prst="roundRect">
            <a:avLst>
              <a:gd name="adj" fmla="val 50000"/>
            </a:avLst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Follow Sam's journey!</a:t>
            </a:r>
          </a:p>
        </p:txBody>
      </p:sp>
      <p:pic>
        <p:nvPicPr>
          <p:cNvPr id="5" name="Picture 4" descr="chip_v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71500"/>
            <a:ext cx="1257300" cy="8897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1500" y="4476750"/>
            <a:ext cx="5715000" cy="1809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4629150"/>
            <a:ext cx="5334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2F6DA3"/>
                </a:solidFill>
                <a:latin typeface="Arial"/>
              </a:rPr>
              <a:t>This is Sam.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52959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25" b="1">
                <a:solidFill>
                  <a:srgbClr val="33302E"/>
                </a:solidFill>
                <a:latin typeface="Arial"/>
              </a:rPr>
              <a:t>He is from </a:t>
            </a:r>
            <a:r>
              <a:rPr sz="2325" b="1">
                <a:solidFill>
                  <a:srgbClr val="EE7B1E"/>
                </a:solidFill>
                <a:latin typeface="Arial"/>
              </a:rPr>
              <a:t>Vietnam</a:t>
            </a:r>
            <a:r>
              <a:rPr sz="2325" b="1">
                <a:solidFill>
                  <a:srgbClr val="33302E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57531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25" b="1">
                <a:solidFill>
                  <a:srgbClr val="33302E"/>
                </a:solidFill>
                <a:latin typeface="Arial"/>
              </a:rPr>
              <a:t>He is </a:t>
            </a:r>
            <a:r>
              <a:rPr sz="2325" b="1">
                <a:solidFill>
                  <a:srgbClr val="EE7B1E"/>
                </a:solidFill>
                <a:latin typeface="Arial"/>
              </a:rPr>
              <a:t>Vietnamese</a:t>
            </a:r>
            <a:r>
              <a:rPr sz="2325" b="1">
                <a:solidFill>
                  <a:srgbClr val="33302E"/>
                </a:solidFill>
                <a:latin typeface="Arial"/>
              </a:rPr>
              <a:t>.</a:t>
            </a:r>
          </a:p>
        </p:txBody>
      </p:sp>
      <p:pic>
        <p:nvPicPr>
          <p:cNvPr id="10" name="Picture 9" descr="s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0" y="4095750"/>
            <a:ext cx="1809750" cy="22969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m_singap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34898"/>
            <a:ext cx="12191695" cy="812779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780026" y="323850"/>
            <a:ext cx="2631948" cy="360045"/>
          </a:xfrm>
          <a:prstGeom prst="roundRect">
            <a:avLst>
              <a:gd name="adj" fmla="val 50000"/>
            </a:avLst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Meet Sam's friend</a:t>
            </a:r>
          </a:p>
        </p:txBody>
      </p:sp>
      <p:pic>
        <p:nvPicPr>
          <p:cNvPr id="5" name="Picture 4" descr="chip_s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71500"/>
            <a:ext cx="1257300" cy="8897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1500" y="4476750"/>
            <a:ext cx="5715000" cy="1809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4629150"/>
            <a:ext cx="5334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2F6DA3"/>
                </a:solidFill>
                <a:latin typeface="Arial"/>
              </a:rPr>
              <a:t>This is Lily.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52959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25" b="1">
                <a:solidFill>
                  <a:srgbClr val="33302E"/>
                </a:solidFill>
                <a:latin typeface="Arial"/>
              </a:rPr>
              <a:t>She is from </a:t>
            </a:r>
            <a:r>
              <a:rPr sz="2325" b="1">
                <a:solidFill>
                  <a:srgbClr val="EE7B1E"/>
                </a:solidFill>
                <a:latin typeface="Arial"/>
              </a:rPr>
              <a:t>Singapore</a:t>
            </a:r>
            <a:r>
              <a:rPr sz="2325" b="1">
                <a:solidFill>
                  <a:srgbClr val="33302E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57531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25" b="1">
                <a:solidFill>
                  <a:srgbClr val="33302E"/>
                </a:solidFill>
                <a:latin typeface="Arial"/>
              </a:rPr>
              <a:t>She is </a:t>
            </a:r>
            <a:r>
              <a:rPr sz="2325" b="1">
                <a:solidFill>
                  <a:srgbClr val="EE7B1E"/>
                </a:solidFill>
                <a:latin typeface="Arial"/>
              </a:rPr>
              <a:t>Singaporean</a:t>
            </a:r>
            <a:r>
              <a:rPr sz="2325" b="1">
                <a:solidFill>
                  <a:srgbClr val="33302E"/>
                </a:solidFill>
                <a:latin typeface="Arial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6500" y="2381250"/>
            <a:ext cx="2667000" cy="5715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6500" y="2381250"/>
            <a:ext cx="26670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50" b="1">
                <a:solidFill>
                  <a:srgbClr val="2F6DA3"/>
                </a:solidFill>
                <a:latin typeface="Arial"/>
              </a:rPr>
              <a:t>My first friend!</a:t>
            </a:r>
          </a:p>
        </p:txBody>
      </p:sp>
      <p:pic>
        <p:nvPicPr>
          <p:cNvPr id="12" name="Picture 11" descr="s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0" y="4095750"/>
            <a:ext cx="1809750" cy="229699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m_chin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19023"/>
            <a:ext cx="12191695" cy="809604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780026" y="323850"/>
            <a:ext cx="2631948" cy="360045"/>
          </a:xfrm>
          <a:prstGeom prst="roundRect">
            <a:avLst>
              <a:gd name="adj" fmla="val 50000"/>
            </a:avLst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Meet Sam's friend</a:t>
            </a:r>
          </a:p>
        </p:txBody>
      </p:sp>
      <p:pic>
        <p:nvPicPr>
          <p:cNvPr id="5" name="Picture 4" descr="chip_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71500"/>
            <a:ext cx="1257300" cy="8897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1500" y="4476750"/>
            <a:ext cx="5715000" cy="1809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4629150"/>
            <a:ext cx="5334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2F6DA3"/>
                </a:solidFill>
                <a:latin typeface="Arial"/>
              </a:rPr>
              <a:t>This is Mei.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52959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25" b="1">
                <a:solidFill>
                  <a:srgbClr val="33302E"/>
                </a:solidFill>
                <a:latin typeface="Arial"/>
              </a:rPr>
              <a:t>She is from </a:t>
            </a:r>
            <a:r>
              <a:rPr sz="2325" b="1">
                <a:solidFill>
                  <a:srgbClr val="EE7B1E"/>
                </a:solidFill>
                <a:latin typeface="Arial"/>
              </a:rPr>
              <a:t>China</a:t>
            </a:r>
            <a:r>
              <a:rPr sz="2325" b="1">
                <a:solidFill>
                  <a:srgbClr val="33302E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57531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25" b="1">
                <a:solidFill>
                  <a:srgbClr val="33302E"/>
                </a:solidFill>
                <a:latin typeface="Arial"/>
              </a:rPr>
              <a:t>She is </a:t>
            </a:r>
            <a:r>
              <a:rPr sz="2325" b="1">
                <a:solidFill>
                  <a:srgbClr val="EE7B1E"/>
                </a:solidFill>
                <a:latin typeface="Arial"/>
              </a:rPr>
              <a:t>Chinese</a:t>
            </a:r>
            <a:r>
              <a:rPr sz="2325" b="1">
                <a:solidFill>
                  <a:srgbClr val="33302E"/>
                </a:solidFill>
                <a:latin typeface="Arial"/>
              </a:rPr>
              <a:t>.</a:t>
            </a:r>
          </a:p>
        </p:txBody>
      </p:sp>
      <p:pic>
        <p:nvPicPr>
          <p:cNvPr id="10" name="Picture 9" descr="s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0" y="4095750"/>
            <a:ext cx="1809750" cy="22969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m_ita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41268"/>
            <a:ext cx="12191695" cy="854053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780026" y="323850"/>
            <a:ext cx="2631948" cy="360045"/>
          </a:xfrm>
          <a:prstGeom prst="roundRect">
            <a:avLst>
              <a:gd name="adj" fmla="val 50000"/>
            </a:avLst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Meet Sam's friend</a:t>
            </a:r>
          </a:p>
        </p:txBody>
      </p:sp>
      <p:pic>
        <p:nvPicPr>
          <p:cNvPr id="5" name="Picture 4" descr="chip_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71500"/>
            <a:ext cx="1257300" cy="8897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1500" y="4476750"/>
            <a:ext cx="5715000" cy="1809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4629150"/>
            <a:ext cx="5334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2F6DA3"/>
                </a:solidFill>
                <a:latin typeface="Arial"/>
              </a:rPr>
              <a:t>This is Marco.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52959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25" b="1">
                <a:solidFill>
                  <a:srgbClr val="33302E"/>
                </a:solidFill>
                <a:latin typeface="Arial"/>
              </a:rPr>
              <a:t>He is from </a:t>
            </a:r>
            <a:r>
              <a:rPr sz="2325" b="1">
                <a:solidFill>
                  <a:srgbClr val="EE7B1E"/>
                </a:solidFill>
                <a:latin typeface="Arial"/>
              </a:rPr>
              <a:t>Italy</a:t>
            </a:r>
            <a:r>
              <a:rPr sz="2325" b="1">
                <a:solidFill>
                  <a:srgbClr val="33302E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57531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25" b="1">
                <a:solidFill>
                  <a:srgbClr val="33302E"/>
                </a:solidFill>
                <a:latin typeface="Arial"/>
              </a:rPr>
              <a:t>He is </a:t>
            </a:r>
            <a:r>
              <a:rPr sz="2325" b="1">
                <a:solidFill>
                  <a:srgbClr val="EE7B1E"/>
                </a:solidFill>
                <a:latin typeface="Arial"/>
              </a:rPr>
              <a:t>Italian</a:t>
            </a:r>
            <a:r>
              <a:rPr sz="2325" b="1">
                <a:solidFill>
                  <a:srgbClr val="33302E"/>
                </a:solidFill>
                <a:latin typeface="Arial"/>
              </a:rPr>
              <a:t>.</a:t>
            </a:r>
          </a:p>
        </p:txBody>
      </p:sp>
      <p:pic>
        <p:nvPicPr>
          <p:cNvPr id="10" name="Picture 9" descr="s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0" y="4095750"/>
            <a:ext cx="1809750" cy="229699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m_u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2885"/>
            <a:ext cx="12191695" cy="914377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780026" y="323850"/>
            <a:ext cx="2631948" cy="360045"/>
          </a:xfrm>
          <a:prstGeom prst="roundRect">
            <a:avLst>
              <a:gd name="adj" fmla="val 50000"/>
            </a:avLst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Meet Sam's friend</a:t>
            </a:r>
          </a:p>
        </p:txBody>
      </p:sp>
      <p:pic>
        <p:nvPicPr>
          <p:cNvPr id="5" name="Picture 4" descr="chip_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71500"/>
            <a:ext cx="1257300" cy="8897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1500" y="4476750"/>
            <a:ext cx="5715000" cy="1809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4629150"/>
            <a:ext cx="5334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>
                <a:solidFill>
                  <a:srgbClr val="2F6DA3"/>
                </a:solidFill>
                <a:latin typeface="Arial"/>
              </a:rPr>
              <a:t>This is Alex.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52959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25" b="1">
                <a:solidFill>
                  <a:srgbClr val="33302E"/>
                </a:solidFill>
                <a:latin typeface="Arial"/>
              </a:rPr>
              <a:t>He is from </a:t>
            </a:r>
            <a:r>
              <a:rPr sz="2325" b="1">
                <a:solidFill>
                  <a:srgbClr val="EE7B1E"/>
                </a:solidFill>
                <a:latin typeface="Arial"/>
              </a:rPr>
              <a:t>USA</a:t>
            </a:r>
            <a:r>
              <a:rPr sz="2325" b="1">
                <a:solidFill>
                  <a:srgbClr val="33302E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5753100"/>
            <a:ext cx="5334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25" b="1">
                <a:solidFill>
                  <a:srgbClr val="33302E"/>
                </a:solidFill>
                <a:latin typeface="Arial"/>
              </a:rPr>
              <a:t>He is </a:t>
            </a:r>
            <a:r>
              <a:rPr sz="2325" b="1">
                <a:solidFill>
                  <a:srgbClr val="EE7B1E"/>
                </a:solidFill>
                <a:latin typeface="Arial"/>
              </a:rPr>
              <a:t>American</a:t>
            </a:r>
            <a:r>
              <a:rPr sz="2325" b="1">
                <a:solidFill>
                  <a:srgbClr val="33302E"/>
                </a:solidFill>
                <a:latin typeface="Arial"/>
              </a:rPr>
              <a:t>.</a:t>
            </a:r>
          </a:p>
        </p:txBody>
      </p:sp>
      <p:pic>
        <p:nvPicPr>
          <p:cNvPr id="10" name="Picture 9" descr="s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0" y="4095750"/>
            <a:ext cx="1809750" cy="229699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428750"/>
            <a:ext cx="12192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350" b="1">
                <a:solidFill>
                  <a:srgbClr val="EE7B1E"/>
                </a:solidFill>
                <a:latin typeface="Arial"/>
              </a:rPr>
              <a:t>Yummy food around the world!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38125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5B6472"/>
                </a:solidFill>
                <a:latin typeface="Arial"/>
              </a:rPr>
              <a:t>Let's sort food into groups.</a:t>
            </a:r>
          </a:p>
        </p:txBody>
      </p:sp>
      <p:pic>
        <p:nvPicPr>
          <p:cNvPr id="5" name="Picture 4" descr="1f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3429000"/>
            <a:ext cx="800100" cy="800100"/>
          </a:xfrm>
          <a:prstGeom prst="rect">
            <a:avLst/>
          </a:prstGeom>
        </p:spPr>
      </p:pic>
      <p:pic>
        <p:nvPicPr>
          <p:cNvPr id="6" name="Picture 5" descr="1f9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3429000"/>
            <a:ext cx="800100" cy="800100"/>
          </a:xfrm>
          <a:prstGeom prst="rect">
            <a:avLst/>
          </a:prstGeom>
        </p:spPr>
      </p:pic>
      <p:pic>
        <p:nvPicPr>
          <p:cNvPr id="7" name="Picture 6" descr="1f9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0" y="3429000"/>
            <a:ext cx="800100" cy="800100"/>
          </a:xfrm>
          <a:prstGeom prst="rect">
            <a:avLst/>
          </a:prstGeom>
        </p:spPr>
      </p:pic>
      <p:pic>
        <p:nvPicPr>
          <p:cNvPr id="8" name="Picture 7" descr="1f3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3429000"/>
            <a:ext cx="800100" cy="800100"/>
          </a:xfrm>
          <a:prstGeom prst="rect">
            <a:avLst/>
          </a:prstGeom>
        </p:spPr>
      </p:pic>
      <p:pic>
        <p:nvPicPr>
          <p:cNvPr id="9" name="Picture 8" descr="1f3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0" y="3429000"/>
            <a:ext cx="800100" cy="800100"/>
          </a:xfrm>
          <a:prstGeom prst="rect">
            <a:avLst/>
          </a:prstGeom>
        </p:spPr>
      </p:pic>
      <p:pic>
        <p:nvPicPr>
          <p:cNvPr id="10" name="Picture 9" descr="1f9c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0" y="3429000"/>
            <a:ext cx="800100" cy="800100"/>
          </a:xfrm>
          <a:prstGeom prst="rect">
            <a:avLst/>
          </a:prstGeom>
        </p:spPr>
      </p:pic>
      <p:pic>
        <p:nvPicPr>
          <p:cNvPr id="11" name="Picture 10" descr="1f99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2500" y="3429000"/>
            <a:ext cx="800100" cy="8001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715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Fruits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335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(trái cây)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f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264795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2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Apple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9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3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2647950"/>
            <a:ext cx="914400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9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Banana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264795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6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Orange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3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f3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300" y="264795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3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Watermelon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715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Vegetables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335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(rau củ)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f9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264795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2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Carrot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9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9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2647950"/>
            <a:ext cx="914400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9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Broccoli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264795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6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Tomato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3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f3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300" y="264795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3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Corn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715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Dairy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335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(bơ sữa)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f9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264795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2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Milk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9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9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2647950"/>
            <a:ext cx="914400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9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Cheese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9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264795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6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Butter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3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f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300" y="264795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3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Ice cream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715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Meat &amp; protein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335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(thịt)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f3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264795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2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Chicken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9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9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2647950"/>
            <a:ext cx="914400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9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Beef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9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264795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6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Egg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3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f9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300" y="264795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3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Bacon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715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Grains &amp; carbs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335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(tinh bột)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f3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264795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2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Rice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9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3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2647950"/>
            <a:ext cx="914400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9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Noodles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264795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6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Bread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3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f9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300" y="264795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3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Potato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715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Drinks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335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(đồ uống)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f4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264795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2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9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9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2647950"/>
            <a:ext cx="914400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9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Juice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3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264795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6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Tea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3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f9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300" y="264795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3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Milk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571500"/>
            <a:ext cx="12192000" cy="666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50" b="1">
                <a:solidFill>
                  <a:srgbClr val="EE7B1E"/>
                </a:solidFill>
                <a:latin typeface="Arial"/>
              </a:rPr>
              <a:t>Seafood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33500"/>
            <a:ext cx="12192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5B6472"/>
                </a:solidFill>
                <a:latin typeface="Arial"/>
              </a:rPr>
              <a:t>(hải sản)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f4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264795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52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Fish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9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f9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2647950"/>
            <a:ext cx="914400" cy="914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9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Prawn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f9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264795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6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Crab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3500" y="2381250"/>
            <a:ext cx="2286000" cy="224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1f99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300" y="264795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3500" y="3848099"/>
            <a:ext cx="2286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2F6DA3"/>
                </a:solidFill>
                <a:latin typeface="Arial"/>
              </a:rPr>
              <a:t>Squid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77640" y="323850"/>
            <a:ext cx="4236720" cy="360045"/>
          </a:xfrm>
          <a:prstGeom prst="roundRect">
            <a:avLst>
              <a:gd name="adj" fmla="val 50000"/>
            </a:avLst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Sam's friends share their food</a:t>
            </a:r>
          </a:p>
        </p:txBody>
      </p:sp>
      <p:pic>
        <p:nvPicPr>
          <p:cNvPr id="4" name="Picture 3" descr="chip_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533400"/>
            <a:ext cx="1257300" cy="889781"/>
          </a:xfrm>
          <a:prstGeom prst="rect">
            <a:avLst/>
          </a:prstGeom>
        </p:spPr>
      </p:pic>
      <p:pic>
        <p:nvPicPr>
          <p:cNvPr id="5" name="Picture 4" descr="1f3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0" y="1809750"/>
            <a:ext cx="952500" cy="952500"/>
          </a:xfrm>
          <a:prstGeom prst="rect">
            <a:avLst/>
          </a:prstGeom>
        </p:spPr>
      </p:pic>
      <p:pic>
        <p:nvPicPr>
          <p:cNvPr id="6" name="Picture 5" descr="1f3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809750"/>
            <a:ext cx="952500" cy="952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57500" y="4476750"/>
            <a:ext cx="64770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7500" y="4686300"/>
            <a:ext cx="64770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2F6DA3"/>
                </a:solidFill>
                <a:latin typeface="Arial"/>
              </a:rPr>
              <a:t>Lily from </a:t>
            </a:r>
            <a:r>
              <a:rPr sz="3000" b="1">
                <a:solidFill>
                  <a:srgbClr val="EE7B1E"/>
                </a:solidFill>
                <a:latin typeface="Arial"/>
              </a:rPr>
              <a:t>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295900"/>
            <a:ext cx="647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33302E"/>
                </a:solidFill>
                <a:latin typeface="Arial"/>
              </a:rPr>
              <a:t>"Try our </a:t>
            </a:r>
            <a:r>
              <a:rPr sz="2250" b="1">
                <a:solidFill>
                  <a:srgbClr val="EE7B1E"/>
                </a:solidFill>
                <a:latin typeface="Arial"/>
              </a:rPr>
              <a:t>chicken rice &amp; laksa</a:t>
            </a:r>
            <a:r>
              <a:rPr sz="2250" b="1">
                <a:solidFill>
                  <a:srgbClr val="33302E"/>
                </a:solidFill>
                <a:latin typeface="Arial"/>
              </a:rPr>
              <a:t>!"</a:t>
            </a:r>
          </a:p>
        </p:txBody>
      </p:sp>
      <p:pic>
        <p:nvPicPr>
          <p:cNvPr id="10" name="Picture 9" descr="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8875" y="4476750"/>
            <a:ext cx="1666875" cy="211564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77640" y="323850"/>
            <a:ext cx="4236720" cy="360045"/>
          </a:xfrm>
          <a:prstGeom prst="roundRect">
            <a:avLst>
              <a:gd name="adj" fmla="val 50000"/>
            </a:avLst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Sam's friends share their food</a:t>
            </a:r>
          </a:p>
        </p:txBody>
      </p:sp>
      <p:pic>
        <p:nvPicPr>
          <p:cNvPr id="4" name="Picture 3" descr="chip_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533400"/>
            <a:ext cx="1257300" cy="889781"/>
          </a:xfrm>
          <a:prstGeom prst="rect">
            <a:avLst/>
          </a:prstGeom>
        </p:spPr>
      </p:pic>
      <p:pic>
        <p:nvPicPr>
          <p:cNvPr id="5" name="Picture 4" descr="1f3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0" y="1809750"/>
            <a:ext cx="952500" cy="952500"/>
          </a:xfrm>
          <a:prstGeom prst="rect">
            <a:avLst/>
          </a:prstGeom>
        </p:spPr>
      </p:pic>
      <p:pic>
        <p:nvPicPr>
          <p:cNvPr id="6" name="Picture 5" descr="1f9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809750"/>
            <a:ext cx="952500" cy="952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57500" y="4476750"/>
            <a:ext cx="64770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7500" y="4686300"/>
            <a:ext cx="64770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2F6DA3"/>
                </a:solidFill>
                <a:latin typeface="Arial"/>
              </a:rPr>
              <a:t>Mei from </a:t>
            </a:r>
            <a:r>
              <a:rPr sz="3000" b="1">
                <a:solidFill>
                  <a:srgbClr val="EE7B1E"/>
                </a:solidFill>
                <a:latin typeface="Arial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295900"/>
            <a:ext cx="647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33302E"/>
                </a:solidFill>
                <a:latin typeface="Arial"/>
              </a:rPr>
              <a:t>"Try our </a:t>
            </a:r>
            <a:r>
              <a:rPr sz="2250" b="1">
                <a:solidFill>
                  <a:srgbClr val="EE7B1E"/>
                </a:solidFill>
                <a:latin typeface="Arial"/>
              </a:rPr>
              <a:t>glass noodles &amp; dumplings</a:t>
            </a:r>
            <a:r>
              <a:rPr sz="2250" b="1">
                <a:solidFill>
                  <a:srgbClr val="33302E"/>
                </a:solidFill>
                <a:latin typeface="Arial"/>
              </a:rPr>
              <a:t>!"</a:t>
            </a:r>
          </a:p>
        </p:txBody>
      </p:sp>
      <p:pic>
        <p:nvPicPr>
          <p:cNvPr id="10" name="Picture 9" descr="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8875" y="4476750"/>
            <a:ext cx="1666875" cy="211564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77640" y="323850"/>
            <a:ext cx="4236720" cy="360045"/>
          </a:xfrm>
          <a:prstGeom prst="roundRect">
            <a:avLst>
              <a:gd name="adj" fmla="val 50000"/>
            </a:avLst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Sam's friends share their food</a:t>
            </a:r>
          </a:p>
        </p:txBody>
      </p:sp>
      <p:pic>
        <p:nvPicPr>
          <p:cNvPr id="4" name="Picture 3" descr="chip_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533400"/>
            <a:ext cx="1257300" cy="889781"/>
          </a:xfrm>
          <a:prstGeom prst="rect">
            <a:avLst/>
          </a:prstGeom>
        </p:spPr>
      </p:pic>
      <p:pic>
        <p:nvPicPr>
          <p:cNvPr id="5" name="Picture 4" descr="1f3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0" y="1809750"/>
            <a:ext cx="952500" cy="952500"/>
          </a:xfrm>
          <a:prstGeom prst="rect">
            <a:avLst/>
          </a:prstGeom>
        </p:spPr>
      </p:pic>
      <p:pic>
        <p:nvPicPr>
          <p:cNvPr id="6" name="Picture 5" descr="1f3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809750"/>
            <a:ext cx="952500" cy="952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57500" y="4476750"/>
            <a:ext cx="64770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7500" y="4686300"/>
            <a:ext cx="64770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2F6DA3"/>
                </a:solidFill>
                <a:latin typeface="Arial"/>
              </a:rPr>
              <a:t>Marco from </a:t>
            </a:r>
            <a:r>
              <a:rPr sz="3000" b="1">
                <a:solidFill>
                  <a:srgbClr val="EE7B1E"/>
                </a:solidFill>
                <a:latin typeface="Arial"/>
              </a:rPr>
              <a:t>Italy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295900"/>
            <a:ext cx="647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33302E"/>
                </a:solidFill>
                <a:latin typeface="Arial"/>
              </a:rPr>
              <a:t>"Try our </a:t>
            </a:r>
            <a:r>
              <a:rPr sz="2250" b="1">
                <a:solidFill>
                  <a:srgbClr val="EE7B1E"/>
                </a:solidFill>
                <a:latin typeface="Arial"/>
              </a:rPr>
              <a:t>pizza &amp; pasta</a:t>
            </a:r>
            <a:r>
              <a:rPr sz="2250" b="1">
                <a:solidFill>
                  <a:srgbClr val="33302E"/>
                </a:solidFill>
                <a:latin typeface="Arial"/>
              </a:rPr>
              <a:t>!"</a:t>
            </a:r>
          </a:p>
        </p:txBody>
      </p:sp>
      <p:pic>
        <p:nvPicPr>
          <p:cNvPr id="10" name="Picture 9" descr="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8875" y="4476750"/>
            <a:ext cx="1666875" cy="211564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3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77640" y="323850"/>
            <a:ext cx="4236720" cy="360045"/>
          </a:xfrm>
          <a:prstGeom prst="roundRect">
            <a:avLst>
              <a:gd name="adj" fmla="val 50000"/>
            </a:avLst>
          </a:prstGeom>
          <a:solidFill>
            <a:srgbClr val="EE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Sam's friends share their food</a:t>
            </a:r>
          </a:p>
        </p:txBody>
      </p:sp>
      <p:pic>
        <p:nvPicPr>
          <p:cNvPr id="4" name="Picture 3" descr="chip_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533400"/>
            <a:ext cx="1257300" cy="889781"/>
          </a:xfrm>
          <a:prstGeom prst="rect">
            <a:avLst/>
          </a:prstGeom>
        </p:spPr>
      </p:pic>
      <p:pic>
        <p:nvPicPr>
          <p:cNvPr id="5" name="Picture 4" descr="1f3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0" y="1809750"/>
            <a:ext cx="952500" cy="952500"/>
          </a:xfrm>
          <a:prstGeom prst="rect">
            <a:avLst/>
          </a:prstGeom>
        </p:spPr>
      </p:pic>
      <p:pic>
        <p:nvPicPr>
          <p:cNvPr id="6" name="Picture 5" descr="1f3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809750"/>
            <a:ext cx="952500" cy="952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57500" y="4476750"/>
            <a:ext cx="6477000" cy="1428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7500" y="4686300"/>
            <a:ext cx="64770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2F6DA3"/>
                </a:solidFill>
                <a:latin typeface="Arial"/>
              </a:rPr>
              <a:t>Alex from </a:t>
            </a:r>
            <a:r>
              <a:rPr sz="3000" b="1">
                <a:solidFill>
                  <a:srgbClr val="EE7B1E"/>
                </a:solidFill>
                <a:latin typeface="Arial"/>
              </a:rPr>
              <a:t>USA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295900"/>
            <a:ext cx="6477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50" b="1">
                <a:solidFill>
                  <a:srgbClr val="33302E"/>
                </a:solidFill>
                <a:latin typeface="Arial"/>
              </a:rPr>
              <a:t>"Try our </a:t>
            </a:r>
            <a:r>
              <a:rPr sz="2250" b="1">
                <a:solidFill>
                  <a:srgbClr val="EE7B1E"/>
                </a:solidFill>
                <a:latin typeface="Arial"/>
              </a:rPr>
              <a:t>burgers &amp; fries</a:t>
            </a:r>
            <a:r>
              <a:rPr sz="2250" b="1">
                <a:solidFill>
                  <a:srgbClr val="33302E"/>
                </a:solidFill>
                <a:latin typeface="Arial"/>
              </a:rPr>
              <a:t>!"</a:t>
            </a:r>
          </a:p>
        </p:txBody>
      </p:sp>
      <p:pic>
        <p:nvPicPr>
          <p:cNvPr id="10" name="Picture 9" descr="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8875" y="4476750"/>
            <a:ext cx="1666875" cy="21156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